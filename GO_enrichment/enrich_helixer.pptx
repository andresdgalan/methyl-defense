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93599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>
      <p:cViewPr varScale="1">
        <p:scale>
          <a:sx n="51" d="100"/>
          <a:sy n="51" d="100"/>
        </p:scale>
        <p:origin x="69" y="2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31818"/>
            <a:ext cx="10363200" cy="325863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16115"/>
            <a:ext cx="9144000" cy="225980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83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441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33478"/>
            <a:ext cx="10515600" cy="389345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263769"/>
            <a:ext cx="10515600" cy="204747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35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91640"/>
            <a:ext cx="5181600" cy="593877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91640"/>
            <a:ext cx="5181600" cy="593877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33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98330"/>
            <a:ext cx="10515600" cy="180914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94476"/>
            <a:ext cx="5157787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418964"/>
            <a:ext cx="5157787" cy="502878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94476"/>
            <a:ext cx="5183188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418964"/>
            <a:ext cx="5183188" cy="502878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26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909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54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47654"/>
            <a:ext cx="6172200" cy="66515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85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47654"/>
            <a:ext cx="6172200" cy="66515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24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42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98328"/>
            <a:ext cx="2628900" cy="793208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98328"/>
            <a:ext cx="7734300" cy="793208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819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98330"/>
            <a:ext cx="10515600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91640"/>
            <a:ext cx="10515600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EA29A-5CEC-44D7-BD3F-494AE8516749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675243"/>
            <a:ext cx="41148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988FB-6FFD-4197-8C33-4A437851C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22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86"/>
          <a:stretch/>
        </p:blipFill>
        <p:spPr>
          <a:xfrm>
            <a:off x="457615" y="3448179"/>
            <a:ext cx="10070018" cy="5400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4" y="1245003"/>
            <a:ext cx="9636881" cy="226333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56" r="11861" b="54605"/>
          <a:stretch/>
        </p:blipFill>
        <p:spPr>
          <a:xfrm>
            <a:off x="10094495" y="1151018"/>
            <a:ext cx="397042" cy="245130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54" t="6626" r="571" b="16728"/>
          <a:stretch/>
        </p:blipFill>
        <p:spPr>
          <a:xfrm>
            <a:off x="10527633" y="2863515"/>
            <a:ext cx="1251284" cy="4138864"/>
          </a:xfrm>
          <a:prstGeom prst="rect">
            <a:avLst/>
          </a:prstGeom>
        </p:spPr>
      </p:pic>
      <p:pic>
        <p:nvPicPr>
          <p:cNvPr id="1026" name="Picture 2" descr="Avena sativ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045" y="1828470"/>
            <a:ext cx="602332" cy="132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antago lanceolata × me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74" y="4253509"/>
            <a:ext cx="667303" cy="145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Plantago lanceolata × me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73" y="6684652"/>
            <a:ext cx="667303" cy="145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1776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5572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Laboratorio Lorena</dc:creator>
  <cp:lastModifiedBy>Laboratorio Lorena</cp:lastModifiedBy>
  <cp:revision>4</cp:revision>
  <dcterms:created xsi:type="dcterms:W3CDTF">2026-09-13T10:19:30Z</dcterms:created>
  <dcterms:modified xsi:type="dcterms:W3CDTF">2026-09-17T07:12:22Z</dcterms:modified>
</cp:coreProperties>
</file>